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04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B9A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95492" y="365760"/>
            <a:ext cx="29134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AI-Tax Categorization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914400" cy="914400"/>
          </a:xfrm>
          <a:prstGeom prst="ellipse">
            <a:avLst/>
          </a:prstGeom>
          <a:solidFill>
            <a:srgbClr val="1B9A8F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AF6F4"/>
          </a:solidFill>
          <a:ln/>
        </p:spPr>
      </p:sp>
      <p:sp>
        <p:nvSpPr>
          <p:cNvPr id="12" name="Shape 9"/>
          <p:cNvSpPr/>
          <p:nvPr/>
        </p:nvSpPr>
        <p:spPr>
          <a:xfrm>
            <a:off x="3767328" y="6583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28" y="77266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76732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Solopreneur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consultants and small-businesses (1-5 people).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1792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AF6F4"/>
          </a:solidFill>
          <a:ln/>
        </p:spPr>
      </p:sp>
      <p:sp>
        <p:nvSpPr>
          <p:cNvPr id="17" name="Shape 13"/>
          <p:cNvSpPr/>
          <p:nvPr/>
        </p:nvSpPr>
        <p:spPr>
          <a:xfrm>
            <a:off x="6419088" y="6583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77266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SERVICE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41908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double-entry bookkeeping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tax estimation, built in.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56616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AF6F4"/>
          </a:solidFill>
          <a:ln/>
        </p:spPr>
      </p:sp>
      <p:sp>
        <p:nvSpPr>
          <p:cNvPr id="22" name="Shape 17"/>
          <p:cNvSpPr/>
          <p:nvPr/>
        </p:nvSpPr>
        <p:spPr>
          <a:xfrm>
            <a:off x="3767328" y="285292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628" y="296722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3434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376732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transactions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tax are rule-based, never AI. You approve before anything posts.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21792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AF6F4"/>
          </a:solidFill>
          <a:ln/>
        </p:spPr>
      </p:sp>
      <p:sp>
        <p:nvSpPr>
          <p:cNvPr id="27" name="Shape 21"/>
          <p:cNvSpPr/>
          <p:nvPr/>
        </p:nvSpPr>
        <p:spPr>
          <a:xfrm>
            <a:off x="6419088" y="285292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296722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9516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EARNS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641908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$$/month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tier. Early-access signups get 25% off for life.</a:t>
            </a:r>
            <a:endParaRPr lang="en-US" sz="1500" dirty="0"/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BF3770FF-83E3-4D53-9C3B-29C7DC3CC4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703320"/>
            <a:ext cx="494880" cy="49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5EF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</a:t>
            </a: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detail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bookkeeping and tax estimates, with AI that only categorizes.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50545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601468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books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6888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96896" y="250545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08" y="260146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7238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sync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" y="326440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360420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5214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6888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2596896" y="326440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336042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7238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estimation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676656" y="40233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4119372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246888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2596896" y="40233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908" y="4119372"/>
            <a:ext cx="192024" cy="19202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07238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4663440" y="2404872"/>
            <a:ext cx="411480" cy="411480"/>
          </a:xfrm>
          <a:prstGeom prst="ellipse">
            <a:avLst/>
          </a:prstGeom>
          <a:solidFill>
            <a:srgbClr val="D5EFEC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310" y="2507742"/>
            <a:ext cx="205740" cy="2057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257800" y="23774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sorts each bank transaction into a category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663440" y="2953512"/>
            <a:ext cx="411480" cy="411480"/>
          </a:xfrm>
          <a:prstGeom prst="ellipse">
            <a:avLst/>
          </a:prstGeom>
          <a:solidFill>
            <a:srgbClr val="D5EFEC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310" y="3056382"/>
            <a:ext cx="205740" cy="2057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57800" y="29260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comes with a confidence score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4663440" y="3502152"/>
            <a:ext cx="411480" cy="411480"/>
          </a:xfrm>
          <a:prstGeom prst="ellipse">
            <a:avLst/>
          </a:prstGeom>
          <a:solidFill>
            <a:srgbClr val="D5EFEC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6310" y="3605022"/>
            <a:ext cx="205740" cy="2057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257800" y="34747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estimates use fixed rules, never AI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4663440" y="4050792"/>
            <a:ext cx="411480" cy="411480"/>
          </a:xfrm>
          <a:prstGeom prst="ellipse">
            <a:avLst/>
          </a:prstGeom>
          <a:solidFill>
            <a:srgbClr val="D5EFEC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6310" y="4153662"/>
            <a:ext cx="205740" cy="2057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257800" y="4023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posts until you approve it, and every change is logged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3560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management, with AI doing the chasing.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914400" cy="914400"/>
          </a:xfrm>
          <a:prstGeom prst="ellipse">
            <a:avLst/>
          </a:prstGeom>
          <a:solidFill>
            <a:srgbClr val="35608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4904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616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7EDF4"/>
          </a:solidFill>
          <a:ln/>
        </p:spPr>
      </p:sp>
      <p:sp>
        <p:nvSpPr>
          <p:cNvPr id="10" name="Shape 7"/>
          <p:cNvSpPr/>
          <p:nvPr/>
        </p:nvSpPr>
        <p:spPr>
          <a:xfrm>
            <a:off x="3767328" y="65836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7726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76732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and real estate offices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anyone managing many units and tenants.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1792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7ED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19088" y="65836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7726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SERVICE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unit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Tenants, lease contracts, rent, repairs and owner reports.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56616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7EDF4"/>
          </a:solidFill>
          <a:ln/>
        </p:spPr>
      </p:sp>
      <p:sp>
        <p:nvSpPr>
          <p:cNvPr id="20" name="Shape 15"/>
          <p:cNvSpPr/>
          <p:nvPr/>
        </p:nvSpPr>
        <p:spPr>
          <a:xfrm>
            <a:off x="3767328" y="285292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628" y="296722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3434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76732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chasing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leases, chases rent on WhatsApp, sorts repairs, writes owner statements.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21792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E7EDF4"/>
          </a:solidFill>
          <a:ln/>
        </p:spPr>
      </p:sp>
      <p:sp>
        <p:nvSpPr>
          <p:cNvPr id="25" name="Shape 19"/>
          <p:cNvSpPr/>
          <p:nvPr/>
        </p:nvSpPr>
        <p:spPr>
          <a:xfrm>
            <a:off x="6419088" y="2852928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29672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9516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EARNS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41908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unit, or a flat plan.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CE4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Manager, in more detail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 and lease history lives in one place, so it becomes hard to leave.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manages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505456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601468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6888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96896" y="2505456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908" y="260146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7238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" y="3264408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360420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5214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contracts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6888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2596896" y="3264408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908" y="336042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7238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676656" y="402336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" y="4119372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246888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2596896" y="402336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2908" y="4119372"/>
            <a:ext cx="192024" cy="19202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07238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reports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4663440" y="2404872"/>
            <a:ext cx="411480" cy="411480"/>
          </a:xfrm>
          <a:prstGeom prst="ellipse">
            <a:avLst/>
          </a:prstGeom>
          <a:solidFill>
            <a:srgbClr val="DCE4EE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310" y="2507742"/>
            <a:ext cx="205740" cy="2057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257800" y="23774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lease contracts and pulls out key terms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663440" y="2953512"/>
            <a:ext cx="411480" cy="411480"/>
          </a:xfrm>
          <a:prstGeom prst="ellipse">
            <a:avLst/>
          </a:prstGeom>
          <a:solidFill>
            <a:srgbClr val="DCE4EE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6310" y="3056382"/>
            <a:ext cx="205740" cy="2057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57800" y="29260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 late rent on WhatsApp, automatically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4663440" y="3502152"/>
            <a:ext cx="411480" cy="411480"/>
          </a:xfrm>
          <a:prstGeom prst="ellipse">
            <a:avLst/>
          </a:prstGeom>
          <a:solidFill>
            <a:srgbClr val="DCE4EE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6310" y="3605022"/>
            <a:ext cx="205740" cy="2057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257800" y="34747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repair requests: photo in, category and urgency out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4663440" y="4050792"/>
            <a:ext cx="411480" cy="411480"/>
          </a:xfrm>
          <a:prstGeom prst="ellipse">
            <a:avLst/>
          </a:prstGeom>
          <a:solidFill>
            <a:srgbClr val="DCE4EE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6310" y="4153662"/>
            <a:ext cx="205740" cy="2057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257800" y="4023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monthly statements for owners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9D2B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84A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Secretary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6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work, done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914400" cy="914400"/>
          </a:xfrm>
          <a:prstGeom prst="ellipse">
            <a:avLst/>
          </a:prstGeom>
          <a:solidFill>
            <a:srgbClr val="B84A7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4904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616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8E9F0"/>
          </a:solidFill>
          <a:ln/>
        </p:spPr>
      </p:sp>
      <p:sp>
        <p:nvSpPr>
          <p:cNvPr id="10" name="Shape 7"/>
          <p:cNvSpPr/>
          <p:nvPr/>
        </p:nvSpPr>
        <p:spPr>
          <a:xfrm>
            <a:off x="3767328" y="658368"/>
            <a:ext cx="457200" cy="457200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28" y="7726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76732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and offices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secretary work done without hiring one.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17920" y="4572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8E9F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19088" y="658368"/>
            <a:ext cx="457200" cy="457200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7726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658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SERVICE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126187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routine admin work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messages, appointments, reminders and emails.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56616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8E9F0"/>
          </a:solidFill>
          <a:ln/>
        </p:spPr>
      </p:sp>
      <p:sp>
        <p:nvSpPr>
          <p:cNvPr id="20" name="Shape 15"/>
          <p:cNvSpPr/>
          <p:nvPr/>
        </p:nvSpPr>
        <p:spPr>
          <a:xfrm>
            <a:off x="3767328" y="2852928"/>
            <a:ext cx="457200" cy="457200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628" y="296722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3434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76732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repetitive work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questions, books appointments and drafts replies. Complex cases go to a person.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217920" y="26517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8E9F0"/>
          </a:solidFill>
          <a:ln/>
        </p:spPr>
      </p:sp>
      <p:sp>
        <p:nvSpPr>
          <p:cNvPr id="25" name="Shape 19"/>
          <p:cNvSpPr/>
          <p:nvPr/>
        </p:nvSpPr>
        <p:spPr>
          <a:xfrm>
            <a:off x="6419088" y="2852928"/>
            <a:ext cx="457200" cy="457200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29672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9516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EARNS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419088" y="3456432"/>
            <a:ext cx="20665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well below a secretary's salary.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3D9E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Secretary, in more detail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repetitive parts of a secretary's day, handled automatically.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handles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505456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601468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68880" y="23774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96896" y="2505456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08" y="260146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72384" y="23774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" y="3264408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360420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5214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68880" y="3136392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2596896" y="3264408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908" y="336042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72384" y="31363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676656" y="4023360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" y="4119372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5214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2468880" y="3895344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2596896" y="4023360"/>
            <a:ext cx="384048" cy="384048"/>
          </a:xfrm>
          <a:prstGeom prst="ellipse">
            <a:avLst/>
          </a:prstGeom>
          <a:solidFill>
            <a:srgbClr val="9D2B5E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908" y="4119372"/>
            <a:ext cx="192024" cy="19202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072384" y="38953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4663440" y="2404872"/>
            <a:ext cx="411480" cy="411480"/>
          </a:xfrm>
          <a:prstGeom prst="ellipse">
            <a:avLst/>
          </a:prstGeom>
          <a:solidFill>
            <a:srgbClr val="F3D9E6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310" y="2507742"/>
            <a:ext cx="205740" cy="2057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257800" y="23774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routine questions: hours, prices, directions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663440" y="2953512"/>
            <a:ext cx="411480" cy="411480"/>
          </a:xfrm>
          <a:prstGeom prst="ellipse">
            <a:avLst/>
          </a:prstGeom>
          <a:solidFill>
            <a:srgbClr val="F3D9E6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310" y="3056382"/>
            <a:ext cx="205740" cy="2057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257800" y="29260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moves and confirms appointments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4663440" y="3502152"/>
            <a:ext cx="411480" cy="411480"/>
          </a:xfrm>
          <a:prstGeom prst="ellipse">
            <a:avLst/>
          </a:prstGeom>
          <a:solidFill>
            <a:srgbClr val="F3D9E6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6310" y="3605022"/>
            <a:ext cx="205740" cy="2057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257800" y="34747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replies and follow-ups for you to approve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4663440" y="4050792"/>
            <a:ext cx="411480" cy="411480"/>
          </a:xfrm>
          <a:prstGeom prst="ellipse">
            <a:avLst/>
          </a:prstGeom>
          <a:solidFill>
            <a:srgbClr val="F3D9E6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6310" y="4153662"/>
            <a:ext cx="205740" cy="2057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257800" y="40233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complex or sensitive cases to a person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424</Words>
  <Application>Microsoft Office PowerPoint</Application>
  <PresentationFormat>On-screen Show (16:9)</PresentationFormat>
  <Paragraphs>94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Rasin and Property Manager</dc:title>
  <dc:subject>PptxGenJS Presentation</dc:subject>
  <dc:creator>PptxGenJS</dc:creator>
  <cp:lastModifiedBy>Orange</cp:lastModifiedBy>
  <cp:revision>5</cp:revision>
  <dcterms:created xsi:type="dcterms:W3CDTF">2026-09-20T12:30:37Z</dcterms:created>
  <dcterms:modified xsi:type="dcterms:W3CDTF">2026-09-23T12:51:39Z</dcterms:modified>
</cp:coreProperties>
</file>